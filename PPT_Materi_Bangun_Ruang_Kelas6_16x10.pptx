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Kubus dan Balok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Materi ciri-ciri kubus dan balok, unsur-unsur, serta contoh benda di sekitar.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Prisma dan Limas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Perbandingan prisma dan limas, ciri-ciri, unsur, dan rumus penting.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Jaring-Jaring Kubus dan Balok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Pengertian jaring-jaring, contoh bentuk, dan perbedaan kubus dan balok.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